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548640"/>
            <a:ext cx="2194560" cy="21945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2286000"/>
            <a:ext cx="1463040" cy="1463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411480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6583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82CDCC"/>
                </a:solidFill>
                <a:latin typeface="Aptos"/>
              </a:rPr>
              <a:t>FUNDAMENTOS DE INGENIERÍA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" y="1508760"/>
            <a:ext cx="7132320" cy="120032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App-Jurídica-
Laboral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5599"/>
            <a:ext cx="64008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dirty="0">
                <a:solidFill>
                  <a:srgbClr val="DCE6F2"/>
                </a:solidFill>
                <a:latin typeface="Aptos"/>
              </a:rPr>
              <a:t>Presentación de </a:t>
            </a:r>
            <a:r>
              <a:rPr sz="2200" b="0" dirty="0" err="1">
                <a:solidFill>
                  <a:srgbClr val="DCE6F2"/>
                </a:solidFill>
                <a:latin typeface="Aptos"/>
              </a:rPr>
              <a:t>avances</a:t>
            </a:r>
            <a:r>
              <a:rPr sz="2200" b="0" dirty="0">
                <a:solidFill>
                  <a:srgbClr val="DCE6F2"/>
                </a:solidFill>
                <a:latin typeface="Aptos"/>
              </a:rPr>
              <a:t> del </a:t>
            </a:r>
            <a:r>
              <a:rPr sz="2200" b="0" dirty="0" err="1">
                <a:solidFill>
                  <a:srgbClr val="DCE6F2"/>
                </a:solidFill>
                <a:latin typeface="Aptos"/>
              </a:rPr>
              <a:t>proyecto</a:t>
            </a:r>
            <a:endParaRPr sz="2200" b="0" dirty="0">
              <a:solidFill>
                <a:srgbClr val="DCE6F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2939" y="3588454"/>
            <a:ext cx="6309360" cy="269304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 err="1">
                <a:solidFill>
                  <a:srgbClr val="FFFFFF"/>
                </a:solidFill>
                <a:latin typeface="Aptos"/>
              </a:rPr>
              <a:t>Integrantes</a:t>
            </a:r>
            <a:r>
              <a:rPr lang="es-ES" sz="13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:</a:t>
            </a:r>
            <a:endParaRPr lang="es-ES" sz="1300" b="0" dirty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FFFFFF"/>
                </a:solidFill>
                <a:latin typeface="Aptos"/>
              </a:rPr>
              <a:t> </a:t>
            </a:r>
            <a:r>
              <a:rPr lang="es-MX" sz="1300" b="0" dirty="0">
                <a:solidFill>
                  <a:srgbClr val="FFFFFF"/>
                </a:solidFill>
                <a:latin typeface="Aptos"/>
              </a:rPr>
              <a:t>Osvaldo Francisco Solis Medina</a:t>
            </a:r>
          </a:p>
          <a:p>
            <a:pPr algn="l">
              <a:spcAft>
                <a:spcPts val="0"/>
              </a:spcAft>
            </a:pPr>
            <a:r>
              <a:rPr lang="es-MX" sz="1300" b="0" dirty="0">
                <a:solidFill>
                  <a:srgbClr val="FFFFFF"/>
                </a:solidFill>
                <a:latin typeface="Aptos"/>
              </a:rPr>
              <a:t>Iván Leonardo Magallón Arias</a:t>
            </a:r>
          </a:p>
          <a:p>
            <a:pPr algn="l">
              <a:spcAft>
                <a:spcPts val="0"/>
              </a:spcAft>
            </a:pPr>
            <a:r>
              <a:rPr lang="es-MX" sz="1300" b="0" dirty="0">
                <a:solidFill>
                  <a:srgbClr val="FFFFFF"/>
                </a:solidFill>
                <a:latin typeface="Aptos"/>
              </a:rPr>
              <a:t>Elberth Alberto </a:t>
            </a:r>
            <a:r>
              <a:rPr lang="es-MX" sz="1300" b="0" dirty="0" err="1">
                <a:solidFill>
                  <a:srgbClr val="FFFFFF"/>
                </a:solidFill>
                <a:latin typeface="Aptos"/>
              </a:rPr>
              <a:t>Ek</a:t>
            </a:r>
            <a:r>
              <a:rPr lang="es-MX" sz="1300" b="0" dirty="0">
                <a:solidFill>
                  <a:srgbClr val="FFFFFF"/>
                </a:solidFill>
                <a:latin typeface="Aptos"/>
              </a:rPr>
              <a:t> </a:t>
            </a:r>
            <a:r>
              <a:rPr lang="es-MX" sz="1300" b="0" dirty="0" err="1">
                <a:solidFill>
                  <a:srgbClr val="FFFFFF"/>
                </a:solidFill>
                <a:latin typeface="Aptos"/>
              </a:rPr>
              <a:t>Cetz</a:t>
            </a:r>
            <a:endParaRPr lang="es-MX" sz="1300" b="0" dirty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lang="es-MX" sz="1300" b="0" dirty="0">
                <a:solidFill>
                  <a:srgbClr val="FFFFFF"/>
                </a:solidFill>
                <a:latin typeface="Aptos"/>
              </a:rPr>
              <a:t>Israel </a:t>
            </a:r>
            <a:r>
              <a:rPr lang="es-MX" sz="1300" b="0" dirty="0" err="1">
                <a:solidFill>
                  <a:srgbClr val="FFFFFF"/>
                </a:solidFill>
                <a:latin typeface="Aptos"/>
              </a:rPr>
              <a:t>Vazquez</a:t>
            </a:r>
            <a:r>
              <a:rPr lang="es-MX" sz="1300" b="0" dirty="0">
                <a:solidFill>
                  <a:srgbClr val="FFFFFF"/>
                </a:solidFill>
                <a:latin typeface="Aptos"/>
              </a:rPr>
              <a:t> Cortazar</a:t>
            </a:r>
          </a:p>
          <a:p>
            <a:pPr algn="l">
              <a:spcAft>
                <a:spcPts val="0"/>
              </a:spcAft>
            </a:pPr>
            <a:r>
              <a:rPr lang="es-MX" sz="1300" b="0" dirty="0">
                <a:solidFill>
                  <a:srgbClr val="FFFFFF"/>
                </a:solidFill>
                <a:latin typeface="Aptos"/>
              </a:rPr>
              <a:t>Abraham Isai Caamal Hau</a:t>
            </a:r>
          </a:p>
          <a:p>
            <a:pPr algn="l">
              <a:spcAft>
                <a:spcPts val="0"/>
              </a:spcAft>
            </a:pPr>
            <a:r>
              <a:rPr lang="es-MX" sz="1300" b="0" dirty="0">
                <a:solidFill>
                  <a:srgbClr val="FFFFFF"/>
                </a:solidFill>
                <a:latin typeface="Aptos"/>
              </a:rPr>
              <a:t>Roberto Quintal </a:t>
            </a:r>
            <a:r>
              <a:rPr lang="es-MX" sz="1300" b="0" dirty="0" err="1">
                <a:solidFill>
                  <a:srgbClr val="FFFFFF"/>
                </a:solidFill>
                <a:latin typeface="Aptos"/>
              </a:rPr>
              <a:t>Martinez</a:t>
            </a:r>
            <a:endParaRPr lang="es-MX" sz="1300" b="0" dirty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endParaRPr lang="es-MX" sz="1300" dirty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endParaRPr lang="es-MX" sz="1300" b="0" dirty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endParaRPr lang="es-MX" sz="1300" dirty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endParaRPr lang="es-MX" sz="1300" b="0" dirty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FFFFFF"/>
                </a:solidFill>
                <a:latin typeface="Aptos"/>
              </a:rPr>
              <a:t>
</a:t>
            </a:r>
            <a:r>
              <a:rPr sz="1300" b="0" dirty="0" err="1">
                <a:solidFill>
                  <a:srgbClr val="FFFFFF"/>
                </a:solidFill>
                <a:latin typeface="Aptos"/>
              </a:rPr>
              <a:t>Profesor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: </a:t>
            </a:r>
            <a:r>
              <a:rPr lang="es-ES" sz="1300" b="0" dirty="0">
                <a:solidFill>
                  <a:srgbClr val="FFFFFF"/>
                </a:solidFill>
                <a:latin typeface="Aptos"/>
              </a:rPr>
              <a:t>Edgar Antonio </a:t>
            </a:r>
            <a:r>
              <a:rPr lang="es-ES" sz="1300" b="0" dirty="0" err="1">
                <a:solidFill>
                  <a:srgbClr val="FFFFFF"/>
                </a:solidFill>
                <a:latin typeface="Aptos"/>
              </a:rPr>
              <a:t>cambrares</a:t>
            </a:r>
            <a:r>
              <a:rPr lang="es-ES" sz="1300" b="0" dirty="0">
                <a:solidFill>
                  <a:srgbClr val="FFFFFF"/>
                </a:solidFill>
                <a:latin typeface="Aptos"/>
              </a:rPr>
              <a:t>  </a:t>
            </a:r>
            <a:r>
              <a:rPr lang="es-ES" sz="1300" b="0" dirty="0" err="1">
                <a:solidFill>
                  <a:srgbClr val="FFFFFF"/>
                </a:solidFill>
                <a:latin typeface="Aptos"/>
              </a:rPr>
              <a:t>martinez</a:t>
            </a:r>
            <a:r>
              <a:rPr lang="es-ES" sz="13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•  </a:t>
            </a:r>
            <a:r>
              <a:rPr sz="1300" b="0" dirty="0" err="1">
                <a:solidFill>
                  <a:srgbClr val="FFFFFF"/>
                </a:solidFill>
                <a:latin typeface="Aptos"/>
              </a:rPr>
              <a:t>Fecha</a:t>
            </a:r>
            <a:r>
              <a:rPr lang="es-ES" sz="13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:</a:t>
            </a:r>
            <a:r>
              <a:rPr lang="es-ES" sz="1300" b="0" dirty="0">
                <a:solidFill>
                  <a:srgbClr val="FFFFFF"/>
                </a:solidFill>
                <a:latin typeface="Aptos"/>
              </a:rPr>
              <a:t>octubre 2026 </a:t>
            </a:r>
            <a:endParaRPr sz="1300" b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12642"/>
                </a:solidFill>
                <a:latin typeface="Aptos"/>
              </a:rPr>
              <a:t>¿Qué problema queremos atender?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87A"/>
                </a:solidFill>
                <a:latin typeface="Aptos"/>
              </a:rPr>
              <a:t>La aplicación busca acercar información laboral clara a quienes la necesitan.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83080"/>
            <a:ext cx="10927080" cy="22860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A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429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73152" cy="3154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350008"/>
            <a:ext cx="438912" cy="438912"/>
          </a:xfrm>
          <a:prstGeom prst="ellipse">
            <a:avLst/>
          </a:prstGeom>
          <a:solidFill>
            <a:srgbClr val="E2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68296"/>
            <a:ext cx="438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2350008"/>
            <a:ext cx="244144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2642"/>
                </a:solidFill>
                <a:latin typeface="Aptos"/>
              </a:rPr>
              <a:t>La necesidad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907792"/>
            <a:ext cx="2926080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A687A"/>
                </a:solidFill>
                <a:latin typeface="Aptos"/>
              </a:rPr>
              <a:t>Algunas personas desconocen sus derechos, prestaciones y las diferencias entre finiquito y liquidación.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48840"/>
            <a:ext cx="3429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148840"/>
            <a:ext cx="73152" cy="3154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17720" y="2350008"/>
            <a:ext cx="438912" cy="438912"/>
          </a:xfrm>
          <a:prstGeom prst="ellipse">
            <a:avLst/>
          </a:prstGeom>
          <a:solidFill>
            <a:srgbClr val="E2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2368296"/>
            <a:ext cx="438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350008"/>
            <a:ext cx="244144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2642"/>
                </a:solidFill>
                <a:latin typeface="Aptos"/>
              </a:rPr>
              <a:t>Nuestra propuesta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907792"/>
            <a:ext cx="2926080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A687A"/>
                </a:solidFill>
                <a:latin typeface="Aptos"/>
              </a:rPr>
              <a:t>Reunir orientación, cálculos guiados y herramientas para revisar información relacionada con el trabajo.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148840"/>
            <a:ext cx="34290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2148840"/>
            <a:ext cx="73152" cy="3154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21040" y="2350008"/>
            <a:ext cx="438912" cy="438912"/>
          </a:xfrm>
          <a:prstGeom prst="ellipse">
            <a:avLst/>
          </a:prstGeom>
          <a:solidFill>
            <a:srgbClr val="E2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2368296"/>
            <a:ext cx="438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2350008"/>
            <a:ext cx="244144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2642"/>
                </a:solidFill>
                <a:latin typeface="Aptos"/>
              </a:rPr>
              <a:t>Usuarios principales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907792"/>
            <a:ext cx="2926080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A687A"/>
                </a:solidFill>
                <a:latin typeface="Aptos"/>
              </a:rPr>
              <a:t>Estudiantes, recién egresados y trabajadores que buscan comprender mejor sus derechos laborales.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12642"/>
                </a:solidFill>
                <a:latin typeface="Aptos"/>
              </a:rPr>
              <a:t>Alcance informativo y preventivo: no sustituye la asesoría de un abogado laboral.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12642"/>
                </a:solidFill>
                <a:latin typeface="Aptos"/>
              </a:rPr>
              <a:t>Avances en la definición del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87A"/>
                </a:solidFill>
                <a:latin typeface="Aptos"/>
              </a:rPr>
              <a:t>Se trabajó para que la propuesta sea más clara y esté mejor delimitada.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83080"/>
            <a:ext cx="10927080" cy="22860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A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304288"/>
            <a:ext cx="438912" cy="438912"/>
          </a:xfrm>
          <a:prstGeom prst="ellipse">
            <a:avLst/>
          </a:prstGeom>
          <a:solidFill>
            <a:srgbClr val="E2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322576"/>
            <a:ext cx="438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2304288"/>
            <a:ext cx="422452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2642"/>
                </a:solidFill>
                <a:latin typeface="Aptos"/>
              </a:rPr>
              <a:t>1. Descripción del producto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862072"/>
            <a:ext cx="4709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A687A"/>
                </a:solidFill>
                <a:latin typeface="Aptos"/>
              </a:rPr>
              <a:t>Se precisaron mejor el objetivo, el alcance y las limitaciones de la aplicación.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46520" y="2304288"/>
            <a:ext cx="438912" cy="438912"/>
          </a:xfrm>
          <a:prstGeom prst="ellipse">
            <a:avLst/>
          </a:prstGeom>
          <a:solidFill>
            <a:srgbClr val="E2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322576"/>
            <a:ext cx="438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304288"/>
            <a:ext cx="422452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2642"/>
                </a:solidFill>
                <a:latin typeface="Aptos"/>
              </a:rPr>
              <a:t>2. Requerimientos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862072"/>
            <a:ext cx="4709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A687A"/>
                </a:solidFill>
                <a:latin typeface="Aptos"/>
              </a:rPr>
              <a:t>Se revisaron y mejoraron los requerimientos funcionales y no funcionales.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947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79476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0120" y="3995928"/>
            <a:ext cx="438912" cy="438912"/>
          </a:xfrm>
          <a:prstGeom prst="ellipse">
            <a:avLst/>
          </a:prstGeom>
          <a:solidFill>
            <a:srgbClr val="E2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014216"/>
            <a:ext cx="438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6192" y="3995928"/>
            <a:ext cx="422452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2642"/>
                </a:solidFill>
                <a:latin typeface="Aptos"/>
              </a:rPr>
              <a:t>3. Diseño de interfaz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553712"/>
            <a:ext cx="4709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A687A"/>
                </a:solidFill>
                <a:latin typeface="Aptos"/>
              </a:rPr>
              <a:t>Ya existe un bosquejo de interfaz alineado con los requerimientos definidos.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7947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379476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46520" y="3995928"/>
            <a:ext cx="438912" cy="438912"/>
          </a:xfrm>
          <a:prstGeom prst="ellipse">
            <a:avLst/>
          </a:prstGeom>
          <a:solidFill>
            <a:srgbClr val="E2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4014216"/>
            <a:ext cx="438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3995928"/>
            <a:ext cx="422452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2642"/>
                </a:solidFill>
                <a:latin typeface="Aptos"/>
              </a:rPr>
              <a:t>4. Coordinación del equipo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553712"/>
            <a:ext cx="4709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A687A"/>
                </a:solidFill>
                <a:latin typeface="Aptos"/>
              </a:rPr>
              <a:t>Se realizaron reuniones presenciales para revisar ideas y mejorar el proceso.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12642"/>
                </a:solidFill>
                <a:latin typeface="Aptos"/>
              </a:rPr>
              <a:t>¿Qué funciones contempla la aplicación?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87A"/>
                </a:solidFill>
                <a:latin typeface="Aptos"/>
              </a:rPr>
              <a:t>Estas son las funciones previstas en el alcance del producto.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83080"/>
            <a:ext cx="10927080" cy="22860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A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2121408"/>
            <a:ext cx="393192" cy="3931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393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21408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2642"/>
                </a:solidFill>
                <a:latin typeface="Aptos"/>
              </a:rPr>
              <a:t>Calculadora de prestaciones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6309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87A"/>
                </a:solidFill>
                <a:latin typeface="Aptos"/>
              </a:rPr>
              <a:t>Calcular proporciones de aguinaldo y prima vacacional.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8892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1560" y="2898648"/>
            <a:ext cx="393192" cy="3931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926079"/>
            <a:ext cx="393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898648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2642"/>
                </a:solidFill>
                <a:latin typeface="Aptos"/>
              </a:rPr>
              <a:t>Finiquito vs. liquidación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07791"/>
            <a:ext cx="6309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87A"/>
                </a:solidFill>
                <a:latin typeface="Aptos"/>
              </a:rPr>
              <a:t>Mostrar diferencias estimadas según los datos ingresados.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56616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51560" y="3675887"/>
            <a:ext cx="393192" cy="3931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703320"/>
            <a:ext cx="393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675887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2642"/>
                </a:solidFill>
                <a:latin typeface="Aptos"/>
              </a:rPr>
              <a:t>Auditor de contratos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685032"/>
            <a:ext cx="6309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87A"/>
                </a:solidFill>
                <a:latin typeface="Aptos"/>
              </a:rPr>
              <a:t>Cuestionario para identificar posibles señales de riesgo.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3434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51560" y="4453128"/>
            <a:ext cx="393192" cy="3931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4480560"/>
            <a:ext cx="393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453128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2642"/>
                </a:solidFill>
                <a:latin typeface="Aptos"/>
              </a:rPr>
              <a:t>Ruta procesal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462272"/>
            <a:ext cx="6309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87A"/>
                </a:solidFill>
                <a:latin typeface="Aptos"/>
              </a:rPr>
              <a:t>Guía visual con pasos del proceso laboral.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12064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51560" y="5230368"/>
            <a:ext cx="393192" cy="39319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5257800"/>
            <a:ext cx="3931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230368"/>
            <a:ext cx="3017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2642"/>
                </a:solidFill>
                <a:latin typeface="Aptos"/>
              </a:rPr>
              <a:t>Documentos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239512"/>
            <a:ext cx="63093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87A"/>
                </a:solidFill>
                <a:latin typeface="Aptos"/>
              </a:rPr>
              <a:t>Preparar plantillas legales descargables.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12642"/>
                </a:solidFill>
                <a:latin typeface="Aptos"/>
              </a:rPr>
              <a:t>Bosquejo de la interfaz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83080"/>
            <a:ext cx="10927080" cy="22860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A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66294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6629400" cy="438912"/>
          </a:xfrm>
          <a:prstGeom prst="rect">
            <a:avLst/>
          </a:prstGeom>
          <a:solidFill>
            <a:srgbClr val="11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24128" y="2157984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25296" y="215798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426464" y="215798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2093976"/>
            <a:ext cx="5212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App-Jurídica-Laboral · prototipo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97480"/>
            <a:ext cx="5943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12642"/>
                </a:solidFill>
                <a:latin typeface="Aptos"/>
              </a:rPr>
              <a:t>Orientación laboral al alcance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154680"/>
            <a:ext cx="5715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87A"/>
                </a:solidFill>
                <a:latin typeface="Aptos"/>
              </a:rPr>
              <a:t>Herramientas para comprender prestaciones y derechos.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794760"/>
            <a:ext cx="2514600" cy="530352"/>
          </a:xfrm>
          <a:prstGeom prst="roundRect">
            <a:avLst/>
          </a:prstGeom>
          <a:solidFill>
            <a:srgbClr val="E2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90448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12642"/>
                </a:solidFill>
                <a:latin typeface="Aptos"/>
              </a:rPr>
              <a:t>Calculadora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3794760"/>
            <a:ext cx="2514600" cy="530352"/>
          </a:xfrm>
          <a:prstGeom prst="roundRect">
            <a:avLst/>
          </a:prstGeom>
          <a:solidFill>
            <a:srgbClr val="DC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59" y="390448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12642"/>
                </a:solidFill>
                <a:latin typeface="Aptos"/>
              </a:rPr>
              <a:t>Contrato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507992"/>
            <a:ext cx="2514600" cy="530352"/>
          </a:xfrm>
          <a:prstGeom prst="roundRect">
            <a:avLst/>
          </a:prstGeom>
          <a:solidFill>
            <a:srgbClr val="FFF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617720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dirty="0">
                <a:solidFill>
                  <a:srgbClr val="112642"/>
                </a:solidFill>
                <a:latin typeface="Aptos"/>
              </a:rPr>
              <a:t>Ruta </a:t>
            </a:r>
            <a:r>
              <a:rPr sz="1300" b="1" dirty="0" err="1">
                <a:solidFill>
                  <a:srgbClr val="112642"/>
                </a:solidFill>
                <a:latin typeface="Aptos"/>
              </a:rPr>
              <a:t>laboral</a:t>
            </a:r>
            <a:endParaRPr sz="1300" b="1" dirty="0">
              <a:solidFill>
                <a:srgbClr val="112642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931920" y="4507992"/>
            <a:ext cx="2514600" cy="530352"/>
          </a:xfrm>
          <a:prstGeom prst="roundRect">
            <a:avLst/>
          </a:prstGeom>
          <a:solidFill>
            <a:srgbClr val="E2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59" y="4617720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12642"/>
                </a:solidFill>
                <a:latin typeface="Aptos"/>
              </a:rPr>
              <a:t>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331720"/>
            <a:ext cx="3474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12642"/>
                </a:solidFill>
                <a:latin typeface="Aptos"/>
              </a:rPr>
              <a:t>Ver prototipo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063240"/>
            <a:ext cx="347472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>
                <a:solidFill>
                  <a:srgbClr val="2563EB"/>
                </a:solidFill>
                <a:latin typeface="Aptos"/>
              </a:rPr>
              <a:t>https://lis-isra.github.io/
App-</a:t>
            </a:r>
            <a:r>
              <a:rPr sz="1500" b="1" dirty="0" err="1">
                <a:solidFill>
                  <a:srgbClr val="2563EB"/>
                </a:solidFill>
                <a:latin typeface="Aptos"/>
              </a:rPr>
              <a:t>Juridica</a:t>
            </a:r>
            <a:r>
              <a:rPr sz="1500" b="1" dirty="0">
                <a:solidFill>
                  <a:srgbClr val="2563EB"/>
                </a:solidFill>
                <a:latin typeface="Aptos"/>
              </a:rPr>
              <a:t>-Laboral/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3035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0D9488"/>
                </a:solidFill>
                <a:latin typeface="Aptos"/>
              </a:rPr>
              <a:t>05 · ORGANIZACIN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12642"/>
                </a:solidFill>
                <a:latin typeface="Aptos"/>
              </a:rPr>
              <a:t>Cómo hemos mejorado el proceso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83080"/>
            <a:ext cx="10927080" cy="22860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A"/>
                </a:solidFill>
                <a:latin typeface="Aptos"/>
              </a:rP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1691640" y="2331720"/>
            <a:ext cx="777240" cy="777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91640" y="248716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2377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12642"/>
                </a:solidFill>
                <a:latin typeface="Aptos"/>
              </a:rPr>
              <a:t>Reuniones presenciales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2560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87A"/>
                </a:solidFill>
                <a:latin typeface="Aptos"/>
              </a:rPr>
              <a:t>Compartir ideas y aclarar dudas.</a:t>
            </a:r>
          </a:p>
        </p:txBody>
      </p:sp>
      <p:sp>
        <p:nvSpPr>
          <p:cNvPr id="11" name="Oval 10"/>
          <p:cNvSpPr/>
          <p:nvPr/>
        </p:nvSpPr>
        <p:spPr>
          <a:xfrm>
            <a:off x="5166359" y="233172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59" y="248716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337560"/>
            <a:ext cx="2377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12642"/>
                </a:solidFill>
                <a:latin typeface="Aptos"/>
              </a:rPr>
              <a:t>Revisión del trabajo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069080"/>
            <a:ext cx="2560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87A"/>
                </a:solidFill>
                <a:latin typeface="Aptos"/>
              </a:rPr>
              <a:t>Ajustar definición y requerimientos.</a:t>
            </a:r>
          </a:p>
        </p:txBody>
      </p:sp>
      <p:sp>
        <p:nvSpPr>
          <p:cNvPr id="15" name="Oval 14"/>
          <p:cNvSpPr/>
          <p:nvPr/>
        </p:nvSpPr>
        <p:spPr>
          <a:xfrm>
            <a:off x="8641080" y="2331720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248716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337560"/>
            <a:ext cx="2377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12642"/>
                </a:solidFill>
                <a:latin typeface="Aptos"/>
              </a:rPr>
              <a:t>Próximos ajustes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069080"/>
            <a:ext cx="2560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87A"/>
                </a:solidFill>
                <a:latin typeface="Aptos"/>
              </a:rPr>
              <a:t>Continuar el diseño y validar las funciones.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542032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5A687A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542032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5A687A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10149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12642"/>
                </a:solidFill>
                <a:latin typeface="Aptos"/>
              </a:rPr>
              <a:t>Competencias practicadas: comunicación, colaboración, organización y resolución de problemas.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12642"/>
                </a:solidFill>
                <a:latin typeface="Aptos"/>
              </a:rPr>
              <a:t>Pendientes y 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44168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87A"/>
                </a:solidFill>
                <a:latin typeface="Aptos"/>
              </a:rPr>
              <a:t>El objetivo ahora es convertir el diseño y los requerimientos en una solución confiable.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83080"/>
            <a:ext cx="10927080" cy="22860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A687A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12064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73152" cy="2697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" y="2350008"/>
            <a:ext cx="438912" cy="438912"/>
          </a:xfrm>
          <a:prstGeom prst="ellipse">
            <a:avLst/>
          </a:prstGeom>
          <a:solidFill>
            <a:srgbClr val="E2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368296"/>
            <a:ext cx="438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350008"/>
            <a:ext cx="4133087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2642"/>
                </a:solidFill>
                <a:latin typeface="Aptos"/>
              </a:rPr>
              <a:t>Siguientes pasos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907792"/>
            <a:ext cx="4617720" cy="1783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A687A"/>
                </a:solidFill>
                <a:latin typeface="Aptos"/>
              </a:rPr>
              <a:t>• Revisar y cerrar los requerimientos.
• Probar las funciones disponibles.
• Verificar cálculos e información legal.
• Corregir detalles del prototipo.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48840"/>
            <a:ext cx="512064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2148840"/>
            <a:ext cx="73152" cy="2697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92240" y="2350008"/>
            <a:ext cx="438912" cy="438912"/>
          </a:xfrm>
          <a:prstGeom prst="ellipse">
            <a:avLst/>
          </a:prstGeom>
          <a:solidFill>
            <a:srgbClr val="E2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368296"/>
            <a:ext cx="4389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2350008"/>
            <a:ext cx="4133087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2642"/>
                </a:solidFill>
                <a:latin typeface="Aptos"/>
              </a:rPr>
              <a:t>Conclusión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907792"/>
            <a:ext cx="4617720" cy="1783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A687A"/>
                </a:solidFill>
                <a:latin typeface="Aptos"/>
              </a:rPr>
              <a:t>Hemos avanzado en la definición del producto, los requerimientos, el bosquejo de interfaz y la coordinación del equipo. Continuaremos mejorando el prototipo y validando su utilidad.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112642"/>
                </a:solidFill>
                <a:latin typeface="Aptos"/>
              </a:rPr>
              <a:t>Gracias por su atención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A687A"/>
                </a:solidFill>
                <a:latin typeface="Aptos"/>
              </a:rPr>
              <a:t>App-Jurídica-Laboral · Presentación de avances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487</Words>
  <Application>Microsoft Office PowerPoint</Application>
  <PresentationFormat>Panorámica</PresentationFormat>
  <Paragraphs>98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Osvaldo Solis</cp:lastModifiedBy>
  <cp:revision>2</cp:revision>
  <dcterms:created xsi:type="dcterms:W3CDTF">2013-01-27T09:14:16Z</dcterms:created>
  <dcterms:modified xsi:type="dcterms:W3CDTF">2026-10-29T01:44:39Z</dcterms:modified>
  <cp:category/>
</cp:coreProperties>
</file>